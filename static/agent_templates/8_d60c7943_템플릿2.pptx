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71" d="100"/>
          <a:sy n="71" d="100"/>
        </p:scale>
        <p:origin x="60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CCE04-A35B-7CDC-90B9-DE57D9A7F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99D6E2-E52A-860C-6693-BB2BE0523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A7E33E-C0C8-7114-A535-8D458D6F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8CCFA-36F0-0210-5980-02E50E3F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EEC46-5739-E2A1-6434-48453756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790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77B78-57A7-CD18-DACF-614F9E2D1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C4D170-E785-F672-1920-1C9A056B0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6E5079-4BEE-4374-FE6A-BBBFBDA65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43F9B3-AB75-CBC0-3EEF-C8451FFEF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6C3388-22EC-53B1-C488-A244C785C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67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BD785-7A0C-19C8-5786-C010C91C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CCB592-4BE0-776A-D4C0-5F46F0299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32CF25-569E-8E67-80DA-2D31FBD5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43B4C-47F9-3F3C-D730-CEDB5659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D8CBC-0113-00B3-D3BC-CFFEBE42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844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91E73-B5BC-B728-D15A-691961C6B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CE70A-B885-D292-B752-F5402A6FA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4B46BC-0700-4A7B-22E6-A69D4A7A8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1B19AD-667D-6349-3A46-6C35A714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3E64CA-5729-AFD1-20FB-803CC57C0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FEBFC8-E806-80D5-9DD4-CA22EC1CA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26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3E85D-AD2C-0B3B-C8D3-5A43F487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E00917-B374-756E-154A-192D89521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BD9646-A899-AAEB-9B0D-686D35BAF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DC22CA-44A3-8AF0-F32C-7468C7567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5977B9-0ED3-D4AF-1329-E6748A459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F7831A-74D0-CC62-2B53-A1BFE922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13C90A-F18C-7ACB-8313-B0D6B13BC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11D783-D80A-80DF-E776-6FFE5DA6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46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0E15F-299B-F0E2-CA56-08950D978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DB1E25-28B2-FEC0-AFB0-D3EBE171C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7ED8E1-54D3-084E-B5E9-A40FFBF61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853FFF-C55A-08E3-969E-F5B85058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5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DA13E1-4886-826A-AEA9-43BB4AD2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0632F6-CC88-2AB5-3B59-E40C0C47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F5E225-8026-CDCC-99A0-E8D01012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548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A77FA-B8B4-8235-7261-6FD523ED2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F65C07-9084-D132-A847-E9D54F3E3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6C3148-248D-AA12-FFBB-2DF994513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653A51-D855-4BA1-838C-6B5D9690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40AA38-24CC-E287-97A8-1D17F7CF8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21CDE7-2E79-2E96-818E-1A7C45889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611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D6BA0-98E8-E4BC-F026-BEAF9A3EF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862A9D-D345-25C5-FAC8-C8F8DEEB5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336BEA-CF2B-59EA-EB14-F6442727E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0A4459-BEF0-3B0D-7766-7E936C41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2BA4A5-F0EA-B25E-1ECB-293F3146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512DB3-5FCE-9DD5-4010-D9CF13CC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46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7DF8A-132D-4C1A-8D73-C29345BC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E99872-4480-E58B-57F4-302C53E10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B2B671-C576-181D-3D79-A45EBADA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DF4E19-ABE6-801B-6675-E608E193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064A61-B6A7-1F1E-D7A6-015EB8676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66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E77269-B075-A2FB-80EB-A63C3307F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77B5A5-D5A3-0CE0-4A12-6DB0CA8F0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23734-B62F-2B4C-A9F8-11B559B2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BCEC67-3900-8FED-C194-4F120EF6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61615C-9FC8-3385-E22B-A6A22ECD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48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44FE55-AA8C-6DFF-83E9-4CD8D749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9D326E-1417-749D-B1EC-B8225EE55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400D8C-F195-5AC9-8F38-BB9F9EA32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7E3F1-E953-46D7-83D8-3087D025F024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850F3-1308-D689-1F06-70E041AC0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826A2-2839-19EA-66D6-F762A98691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9EC36-D7B3-4B2E-B8BB-6A420A4866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19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204FF9-07B9-BA9F-2725-FD6A17314033}"/>
              </a:ext>
            </a:extLst>
          </p:cNvPr>
          <p:cNvSpPr txBox="1"/>
          <p:nvPr/>
        </p:nvSpPr>
        <p:spPr>
          <a:xfrm>
            <a:off x="3049621" y="2300221"/>
            <a:ext cx="6099242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spcAft>
                <a:spcPts val="800"/>
              </a:spcAft>
              <a:buNone/>
            </a:pP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안녕하세요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{{</a:t>
            </a: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고객명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}} </a:t>
            </a: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님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계약 기간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{{</a:t>
            </a: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시작일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}} ~ {{</a:t>
            </a: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종료일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}}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계약 금액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{{</a:t>
            </a: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금액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}}</a:t>
            </a: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원</a:t>
            </a: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 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atinLnBrk="1">
              <a:spcAft>
                <a:spcPts val="800"/>
              </a:spcAft>
              <a:buNone/>
            </a:pP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{{</a:t>
            </a:r>
            <a:r>
              <a:rPr lang="ko-KR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본문내용</a:t>
            </a:r>
            <a:r>
              <a:rPr lang="en-US" altLang="ko-KR" sz="1800" kern="10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}}</a:t>
            </a: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88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ONTHELIVE</dc:creator>
  <cp:lastModifiedBy>ONTHELIVE</cp:lastModifiedBy>
  <cp:revision>1</cp:revision>
  <dcterms:created xsi:type="dcterms:W3CDTF">2026-03-21T13:24:08Z</dcterms:created>
  <dcterms:modified xsi:type="dcterms:W3CDTF">2026-03-21T13:26:55Z</dcterms:modified>
</cp:coreProperties>
</file>